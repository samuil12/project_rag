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8.6.2026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 smtClean="0"/>
              <a:t>RAG </a:t>
            </a:r>
            <a:r>
              <a:rPr lang="bg-BG" dirty="0" smtClean="0"/>
              <a:t>асистент за лекарства</a:t>
            </a:r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 smtClean="0"/>
              <a:t>Стилиян Кожухаров</a:t>
            </a:r>
            <a:r>
              <a:rPr lang="en-US" dirty="0" smtClean="0"/>
              <a:t>, </a:t>
            </a:r>
            <a:r>
              <a:rPr lang="bg-BG" dirty="0" smtClean="0"/>
              <a:t>Илиян </a:t>
            </a:r>
            <a:r>
              <a:rPr lang="bg-BG" dirty="0" err="1" smtClean="0"/>
              <a:t>Свечев</a:t>
            </a:r>
            <a:r>
              <a:rPr lang="en-US" dirty="0" smtClean="0"/>
              <a:t>, </a:t>
            </a:r>
            <a:r>
              <a:rPr lang="bg-BG" dirty="0" smtClean="0"/>
              <a:t>Самуил Илиев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Задача и мотивация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нежеланите</a:t>
            </a:r>
            <a:r>
              <a:rPr lang="ru-RU" dirty="0"/>
              <a:t> реакции?“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Дълги</a:t>
            </a:r>
            <a:r>
              <a:rPr lang="ru-RU" dirty="0" smtClean="0"/>
              <a:t> </a:t>
            </a:r>
            <a:r>
              <a:rPr lang="ru-RU" dirty="0" err="1" smtClean="0"/>
              <a:t>документи</a:t>
            </a:r>
            <a:r>
              <a:rPr lang="ru-RU" dirty="0" smtClean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Медицинска</a:t>
            </a:r>
            <a:r>
              <a:rPr lang="ru-RU" dirty="0" smtClean="0"/>
              <a:t> </a:t>
            </a:r>
            <a:r>
              <a:rPr lang="ru-RU" dirty="0"/>
              <a:t>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Предизвикателства</a:t>
            </a:r>
            <a:endParaRPr lang="bg-BG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 smtClean="0"/>
              <a:t>PDF </a:t>
            </a:r>
            <a:r>
              <a:rPr lang="bg-BG" dirty="0" smtClean="0"/>
              <a:t>на листовка</a:t>
            </a:r>
            <a:endParaRPr lang="bg-BG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 smtClean="0"/>
              <a:t>След извличане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Общ преглед на решението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smtClean="0"/>
              <a:t>диаграма със стъпките</a:t>
            </a:r>
            <a:r>
              <a:rPr lang="en-US" dirty="0" smtClean="0"/>
              <a:t> (</a:t>
            </a:r>
            <a:r>
              <a:rPr lang="bg-BG" dirty="0" smtClean="0"/>
              <a:t>ако на никой не му се занимава с диаграма може и само да ги изброим с </a:t>
            </a:r>
            <a:r>
              <a:rPr lang="en-US" dirty="0" smtClean="0"/>
              <a:t>bullet points): </a:t>
            </a:r>
            <a:r>
              <a:rPr lang="bg-BG" dirty="0" smtClean="0"/>
              <a:t>извличане</a:t>
            </a:r>
            <a:r>
              <a:rPr lang="en-US" dirty="0" smtClean="0"/>
              <a:t>, </a:t>
            </a:r>
            <a:r>
              <a:rPr lang="bg-BG" dirty="0" smtClean="0"/>
              <a:t>разделяне на секции</a:t>
            </a:r>
            <a:r>
              <a:rPr lang="en-US" dirty="0" smtClean="0"/>
              <a:t>, chunks, embedding, </a:t>
            </a:r>
            <a:r>
              <a:rPr lang="bg-BG" dirty="0" smtClean="0"/>
              <a:t>векторна </a:t>
            </a:r>
            <a:r>
              <a:rPr lang="bg-BG" dirty="0" err="1" smtClean="0"/>
              <a:t>дб</a:t>
            </a:r>
            <a:r>
              <a:rPr lang="en-US" dirty="0" smtClean="0"/>
              <a:t>, LLM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Подготовка на данните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Източник на данни – </a:t>
            </a:r>
            <a:r>
              <a:rPr lang="bg-BG" dirty="0" smtClean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 smtClean="0"/>
              <a:t>Формат </a:t>
            </a:r>
            <a:r>
              <a:rPr lang="en-US" dirty="0" smtClean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Конвертиране</a:t>
            </a:r>
            <a:r>
              <a:rPr lang="ru-RU" dirty="0" smtClean="0"/>
              <a:t> </a:t>
            </a:r>
            <a:r>
              <a:rPr lang="ru-RU" dirty="0"/>
              <a:t>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 smtClean="0"/>
              <a:t>:</a:t>
            </a:r>
            <a:r>
              <a:rPr lang="en-US" dirty="0" smtClean="0"/>
              <a:t> // TODO: </a:t>
            </a:r>
            <a:r>
              <a:rPr lang="bg-BG" dirty="0" smtClean="0"/>
              <a:t>Когато решим с колко файла ще работим</a:t>
            </a:r>
            <a:r>
              <a:rPr lang="en-US" dirty="0" smtClean="0"/>
              <a:t>, </a:t>
            </a:r>
            <a:r>
              <a:rPr lang="bg-BG" dirty="0" smtClean="0"/>
              <a:t>попълнете</a:t>
            </a:r>
            <a:r>
              <a:rPr lang="en-US" dirty="0" smtClean="0"/>
              <a:t>:</a:t>
            </a: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X</a:t>
            </a:r>
            <a:r>
              <a:rPr lang="ru-RU" dirty="0" smtClean="0"/>
              <a:t> </a:t>
            </a:r>
            <a:r>
              <a:rPr lang="ru-RU" dirty="0"/>
              <a:t>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 smtClean="0"/>
              <a:t>Y</a:t>
            </a:r>
            <a:r>
              <a:rPr lang="ru-RU" dirty="0" smtClean="0"/>
              <a:t> </a:t>
            </a:r>
            <a:r>
              <a:rPr lang="ru-RU" dirty="0"/>
              <a:t>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 smtClean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Сегментиране по секции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smtClean="0"/>
              <a:t>Известен формат</a:t>
            </a:r>
            <a:r>
              <a:rPr lang="en-US" dirty="0" smtClean="0"/>
              <a:t> </a:t>
            </a:r>
            <a:r>
              <a:rPr lang="bg-BG" dirty="0" smtClean="0"/>
              <a:t>на всяка листовка</a:t>
            </a:r>
            <a:r>
              <a:rPr lang="en-US" dirty="0" smtClean="0"/>
              <a:t>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1</a:t>
            </a:r>
            <a:r>
              <a:rPr lang="en-US" dirty="0" smtClean="0"/>
              <a:t>. </a:t>
            </a:r>
            <a:r>
              <a:rPr lang="ru-RU" dirty="0" err="1" smtClean="0"/>
              <a:t>Какво</a:t>
            </a:r>
            <a:r>
              <a:rPr lang="ru-RU" dirty="0" smtClean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 smtClean="0"/>
              <a:t>...</a:t>
            </a:r>
          </a:p>
          <a:p>
            <a:pPr marL="0" indent="0">
              <a:buNone/>
            </a:pPr>
            <a:endParaRPr lang="ru-RU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 smtClean="0"/>
              <a:t>Използвани</a:t>
            </a:r>
            <a:r>
              <a:rPr lang="ru-RU" dirty="0" smtClean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 smtClean="0"/>
              <a:t>секции на </a:t>
            </a:r>
            <a:r>
              <a:rPr lang="ru-RU" dirty="0" err="1" smtClean="0"/>
              <a:t>листовките</a:t>
            </a:r>
            <a:r>
              <a:rPr lang="ru-RU" dirty="0" smtClean="0"/>
              <a:t>.</a:t>
            </a:r>
            <a:endParaRPr lang="bg-BG" dirty="0" smtClean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 smtClean="0"/>
              <a:t>.</a:t>
            </a: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 smtClean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 smtClean="0"/>
              <a:t>Chunking </a:t>
            </a:r>
            <a:r>
              <a:rPr lang="bg-BG" dirty="0" smtClean="0"/>
              <a:t>стратегия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 smtClean="0"/>
              <a:t>Примерен </a:t>
            </a:r>
            <a:r>
              <a:rPr lang="en-US" dirty="0" smtClean="0"/>
              <a:t>chunk:</a:t>
            </a: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{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1423,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 smtClean="0"/>
              <a:t>Както</a:t>
            </a:r>
            <a:r>
              <a:rPr lang="ru-RU" dirty="0" smtClean="0"/>
              <a:t> </a:t>
            </a:r>
            <a:r>
              <a:rPr lang="ru-RU" dirty="0" err="1" smtClean="0"/>
              <a:t>всички</a:t>
            </a:r>
            <a:r>
              <a:rPr lang="ru-RU" dirty="0" smtClean="0"/>
              <a:t> лекарства, </a:t>
            </a:r>
            <a:r>
              <a:rPr lang="ru-RU" dirty="0" err="1" smtClean="0"/>
              <a:t>Брауновидон</a:t>
            </a:r>
            <a:r>
              <a:rPr lang="ru-RU" dirty="0" smtClean="0"/>
              <a:t> </a:t>
            </a:r>
            <a:r>
              <a:rPr lang="ru-RU" dirty="0" err="1" smtClean="0"/>
              <a:t>може</a:t>
            </a:r>
            <a:r>
              <a:rPr lang="ru-RU" dirty="0" smtClean="0"/>
              <a:t> да </a:t>
            </a:r>
            <a:r>
              <a:rPr lang="ru-RU" dirty="0" err="1" smtClean="0"/>
              <a:t>предизвика</a:t>
            </a:r>
            <a:r>
              <a:rPr lang="ru-RU" dirty="0" smtClean="0"/>
              <a:t> </a:t>
            </a:r>
            <a:r>
              <a:rPr lang="ru-RU" dirty="0" err="1" smtClean="0"/>
              <a:t>нежелани</a:t>
            </a:r>
            <a:r>
              <a:rPr lang="ru-RU" dirty="0" smtClean="0"/>
              <a:t> реакции, </a:t>
            </a:r>
            <a:r>
              <a:rPr lang="ru-RU" dirty="0" err="1" smtClean="0"/>
              <a:t>въпреки</a:t>
            </a:r>
            <a:r>
              <a:rPr lang="ru-RU" dirty="0" smtClean="0"/>
              <a:t> че не </a:t>
            </a:r>
            <a:r>
              <a:rPr lang="ru-RU" dirty="0" err="1" smtClean="0"/>
              <a:t>всеки</a:t>
            </a:r>
            <a:r>
              <a:rPr lang="ru-RU" dirty="0" smtClean="0"/>
              <a:t> </a:t>
            </a:r>
            <a:r>
              <a:rPr lang="ru-RU" dirty="0" err="1" smtClean="0"/>
              <a:t>ги</a:t>
            </a:r>
            <a:r>
              <a:rPr lang="ru-RU" dirty="0" smtClean="0"/>
              <a:t> </a:t>
            </a:r>
            <a:r>
              <a:rPr lang="ru-RU" dirty="0" err="1" smtClean="0"/>
              <a:t>получава</a:t>
            </a:r>
            <a:r>
              <a:rPr lang="ru-RU" dirty="0" smtClean="0"/>
              <a:t>…</a:t>
            </a:r>
            <a:r>
              <a:rPr lang="ru-RU" dirty="0"/>
              <a:t>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Разделяне на секция на подсекции с  </a:t>
            </a:r>
            <a:r>
              <a:rPr lang="bg-BG" dirty="0" smtClean="0"/>
              <a:t>максимална </a:t>
            </a:r>
            <a:r>
              <a:rPr lang="bg-BG" dirty="0" smtClean="0"/>
              <a:t>дължина 1500 символа</a:t>
            </a:r>
            <a:r>
              <a:rPr lang="en-US" dirty="0" smtClean="0"/>
              <a:t>, </a:t>
            </a:r>
            <a:r>
              <a:rPr lang="bg-BG" dirty="0" smtClean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100 символа припокриване между подсекции</a:t>
            </a:r>
            <a:r>
              <a:rPr lang="en-US" dirty="0" smtClean="0"/>
              <a:t>, </a:t>
            </a:r>
            <a:r>
              <a:rPr lang="bg-BG" dirty="0" smtClean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Съхраняване на подходящи метаданни за всяка </a:t>
            </a:r>
            <a:r>
              <a:rPr lang="bg-BG" dirty="0" smtClean="0"/>
              <a:t>подсекция</a:t>
            </a:r>
            <a:r>
              <a:rPr lang="en-US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Embeddings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</a:t>
            </a:r>
            <a:r>
              <a:rPr lang="bg-BG" dirty="0" smtClean="0"/>
              <a:t>СТЕН добави каквото смяташ за нужно тук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Извличане и генериране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smtClean="0"/>
              <a:t>Сами добави тук каквото сметнеш за нужно – може и да махнеш слайда ако искаш</a:t>
            </a:r>
            <a:r>
              <a:rPr lang="en-US" dirty="0" smtClean="0"/>
              <a:t>, </a:t>
            </a:r>
            <a:r>
              <a:rPr lang="bg-BG" dirty="0" smtClean="0"/>
              <a:t>защото в следващите ще има </a:t>
            </a:r>
            <a:r>
              <a:rPr lang="en-US" dirty="0" smtClean="0"/>
              <a:t>prompts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8280" y="0"/>
            <a:ext cx="8911687" cy="1280890"/>
          </a:xfrm>
        </p:spPr>
        <p:txBody>
          <a:bodyPr/>
          <a:lstStyle/>
          <a:p>
            <a:r>
              <a:rPr lang="bg-BG" dirty="0" smtClean="0"/>
              <a:t>Използвани технологии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// TODO – </a:t>
            </a:r>
            <a:r>
              <a:rPr lang="bg-BG" dirty="0" smtClean="0"/>
              <a:t>добавете разни работи</a:t>
            </a:r>
            <a:endParaRPr lang="bg-BG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43478504"/>
              </p:ext>
            </p:extLst>
          </p:nvPr>
        </p:nvGraphicFramePr>
        <p:xfrm>
          <a:off x="2132013" y="1443134"/>
          <a:ext cx="8915400" cy="46124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 smtClean="0"/>
                        <a:t>Технология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 smtClean="0"/>
                        <a:t>Роля</a:t>
                      </a:r>
                      <a:r>
                        <a:rPr lang="bg-BG" baseline="0" dirty="0" smtClean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Основен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език</a:t>
                      </a:r>
                      <a:r>
                        <a:rPr lang="ru-RU" dirty="0" smtClean="0"/>
                        <a:t> за обработка на </a:t>
                      </a:r>
                      <a:r>
                        <a:rPr lang="ru-RU" dirty="0" err="1" smtClean="0"/>
                        <a:t>данните</a:t>
                      </a:r>
                      <a:r>
                        <a:rPr lang="ru-RU" dirty="0" smtClean="0"/>
                        <a:t>, </a:t>
                      </a:r>
                      <a:r>
                        <a:rPr lang="ru-RU" dirty="0" err="1" smtClean="0"/>
                        <a:t>изграждане</a:t>
                      </a:r>
                      <a:r>
                        <a:rPr lang="ru-RU" dirty="0" smtClean="0"/>
                        <a:t> на RAG </a:t>
                      </a:r>
                      <a:r>
                        <a:rPr lang="ru-RU" dirty="0" err="1" smtClean="0"/>
                        <a:t>pipeline</a:t>
                      </a:r>
                      <a:r>
                        <a:rPr lang="ru-RU" dirty="0" smtClean="0"/>
                        <a:t> и интеграция на </a:t>
                      </a:r>
                      <a:r>
                        <a:rPr lang="ru-RU" dirty="0" err="1" smtClean="0"/>
                        <a:t>всички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компоненти</a:t>
                      </a:r>
                      <a:r>
                        <a:rPr lang="ru-RU" dirty="0" smtClean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RapidFuzz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Използван</a:t>
                      </a:r>
                      <a:r>
                        <a:rPr lang="ru-RU" dirty="0" smtClean="0"/>
                        <a:t> за </a:t>
                      </a:r>
                      <a:r>
                        <a:rPr lang="ru-RU" dirty="0" err="1" smtClean="0"/>
                        <a:t>fuzzy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matching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заглавията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секциите</a:t>
                      </a:r>
                      <a:r>
                        <a:rPr lang="ru-RU" dirty="0" smtClean="0"/>
                        <a:t> при грешки от </a:t>
                      </a:r>
                      <a:r>
                        <a:rPr lang="ru-RU" dirty="0" err="1" smtClean="0"/>
                        <a:t>извличането</a:t>
                      </a:r>
                      <a:r>
                        <a:rPr lang="ru-RU" dirty="0" smtClean="0"/>
                        <a:t> на текста от PDF.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891559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smtClean="0"/>
                        <a:t>[</a:t>
                      </a:r>
                      <a:r>
                        <a:rPr lang="bg-BG" dirty="0" smtClean="0"/>
                        <a:t>име</a:t>
                      </a:r>
                      <a:r>
                        <a:rPr lang="bg-BG" baseline="0" dirty="0" smtClean="0"/>
                        <a:t> на ген. модел</a:t>
                      </a:r>
                      <a:r>
                        <a:rPr lang="en-US" dirty="0" smtClean="0"/>
                        <a:t>]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…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034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Резултати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TODO – </a:t>
            </a:r>
            <a:r>
              <a:rPr lang="bg-BG" dirty="0" err="1" smtClean="0"/>
              <a:t>скрийншоти</a:t>
            </a:r>
            <a:r>
              <a:rPr lang="en-US" dirty="0" smtClean="0"/>
              <a:t>/</a:t>
            </a:r>
            <a:r>
              <a:rPr lang="bg-BG" dirty="0" smtClean="0"/>
              <a:t>копирани примерни </a:t>
            </a:r>
            <a:r>
              <a:rPr lang="bg-BG" dirty="0" err="1" smtClean="0"/>
              <a:t>промптове</a:t>
            </a:r>
            <a:r>
              <a:rPr lang="bg-BG" dirty="0" smtClean="0"/>
              <a:t> с отговори </a:t>
            </a:r>
            <a:r>
              <a:rPr lang="en-US" dirty="0" smtClean="0"/>
              <a:t>(</a:t>
            </a:r>
            <a:r>
              <a:rPr lang="bg-BG" dirty="0" smtClean="0"/>
              <a:t>според </a:t>
            </a:r>
            <a:r>
              <a:rPr lang="en-US" dirty="0" err="1" smtClean="0"/>
              <a:t>gpt</a:t>
            </a:r>
            <a:r>
              <a:rPr lang="en-US" dirty="0" smtClean="0"/>
              <a:t> </a:t>
            </a:r>
            <a:r>
              <a:rPr lang="bg-BG" dirty="0" smtClean="0"/>
              <a:t>може графики за </a:t>
            </a:r>
            <a:r>
              <a:rPr lang="en-US" dirty="0" smtClean="0"/>
              <a:t>precision, recall</a:t>
            </a:r>
            <a:r>
              <a:rPr lang="bg-BG" dirty="0" smtClean="0"/>
              <a:t> ама ние като не знаем за всеки въпрос точния отговор</a:t>
            </a:r>
            <a:r>
              <a:rPr lang="en-US" dirty="0"/>
              <a:t> </a:t>
            </a:r>
            <a:r>
              <a:rPr lang="bg-BG" dirty="0" smtClean="0"/>
              <a:t>става трудно – може би с въпроси от типа </a:t>
            </a:r>
            <a:r>
              <a:rPr lang="en-US" dirty="0" smtClean="0"/>
              <a:t>“</a:t>
            </a:r>
            <a:r>
              <a:rPr lang="bg-BG" dirty="0" smtClean="0"/>
              <a:t>как се приема </a:t>
            </a:r>
            <a:r>
              <a:rPr lang="en-US" dirty="0" smtClean="0"/>
              <a:t>[</a:t>
            </a:r>
            <a:r>
              <a:rPr lang="bg-BG" dirty="0" smtClean="0"/>
              <a:t>име на лекарство</a:t>
            </a:r>
            <a:r>
              <a:rPr lang="en-US" dirty="0" smtClean="0"/>
              <a:t>]</a:t>
            </a:r>
            <a:r>
              <a:rPr lang="en-US" dirty="0"/>
              <a:t>?</a:t>
            </a:r>
            <a:r>
              <a:rPr lang="en-US" dirty="0" smtClean="0"/>
              <a:t>”)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962758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Сравнение на подходи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// </a:t>
            </a:r>
            <a:r>
              <a:rPr lang="bg-BG" dirty="0" smtClean="0"/>
              <a:t>Според </a:t>
            </a:r>
            <a:r>
              <a:rPr lang="en-US" dirty="0" smtClean="0"/>
              <a:t>GPT </a:t>
            </a:r>
            <a:r>
              <a:rPr lang="bg-BG" dirty="0" smtClean="0"/>
              <a:t>тук да кажем кога е по-добър резултата и кога по-лош </a:t>
            </a:r>
            <a:r>
              <a:rPr lang="en-US" dirty="0" smtClean="0"/>
              <a:t>(</a:t>
            </a:r>
            <a:r>
              <a:rPr lang="bg-BG" dirty="0" smtClean="0"/>
              <a:t>например ако променим цепенето на данните</a:t>
            </a:r>
            <a:r>
              <a:rPr lang="en-US" dirty="0" smtClean="0"/>
              <a:t>, </a:t>
            </a:r>
            <a:r>
              <a:rPr lang="bg-BG" dirty="0" smtClean="0"/>
              <a:t>или ако опитваме с различни модели</a:t>
            </a:r>
            <a:r>
              <a:rPr lang="en-US" dirty="0" smtClean="0"/>
              <a:t>)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Недостатъци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2282890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Някои</a:t>
            </a:r>
            <a:r>
              <a:rPr lang="ru-RU" dirty="0" smtClean="0"/>
              <a:t> </a:t>
            </a: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 smtClean="0"/>
              <a:t>Системата</a:t>
            </a:r>
            <a:r>
              <a:rPr lang="ru-RU" dirty="0" smtClean="0"/>
              <a:t> </a:t>
            </a:r>
            <a:r>
              <a:rPr lang="ru-RU" dirty="0"/>
              <a:t>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/>
              <a:t>Подобрения </a:t>
            </a:r>
            <a:r>
              <a:rPr lang="en-US" dirty="0" smtClean="0"/>
              <a:t>// TODO – maybe change title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модел</a:t>
            </a:r>
            <a:r>
              <a:rPr lang="en-US" dirty="0" smtClean="0"/>
              <a:t> (</a:t>
            </a:r>
            <a:r>
              <a:rPr lang="bg-BG" dirty="0" smtClean="0"/>
              <a:t>сами – подробности </a:t>
            </a:r>
            <a:r>
              <a:rPr lang="en-US" dirty="0" err="1" smtClean="0"/>
              <a:t>pls</a:t>
            </a:r>
            <a:r>
              <a:rPr lang="en-US" dirty="0" smtClean="0"/>
              <a:t>)</a:t>
            </a:r>
            <a:r>
              <a:rPr lang="bg-BG" dirty="0" smtClean="0"/>
              <a:t> за изчистване на данните </a:t>
            </a:r>
            <a:r>
              <a:rPr lang="en-US" dirty="0" smtClean="0"/>
              <a:t>(</a:t>
            </a:r>
            <a:r>
              <a:rPr lang="bg-BG" dirty="0" smtClean="0"/>
              <a:t>скъпо</a:t>
            </a:r>
            <a:r>
              <a:rPr lang="en-US" dirty="0" smtClean="0"/>
              <a:t>)</a:t>
            </a:r>
            <a:r>
              <a:rPr lang="bg-BG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 smtClean="0"/>
              <a:t>Използване на генеративни модели</a:t>
            </a:r>
            <a:r>
              <a:rPr lang="en-US" dirty="0" smtClean="0"/>
              <a:t>, </a:t>
            </a:r>
            <a:r>
              <a:rPr lang="bg-BG" dirty="0" smtClean="0"/>
              <a:t>които са по-добре тренирани върху български език.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68678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 smtClean="0"/>
              <a:t>Демонстрация – </a:t>
            </a:r>
            <a:r>
              <a:rPr lang="en-US" dirty="0" err="1" smtClean="0"/>
              <a:t>todo</a:t>
            </a:r>
            <a:r>
              <a:rPr lang="en-US" dirty="0" smtClean="0"/>
              <a:t>: </a:t>
            </a:r>
            <a:r>
              <a:rPr lang="bg-BG" dirty="0" smtClean="0"/>
              <a:t>може би не е нужно</a:t>
            </a:r>
            <a:r>
              <a:rPr lang="en-US" dirty="0" smtClean="0"/>
              <a:t>, </a:t>
            </a:r>
            <a:r>
              <a:rPr lang="bg-BG" dirty="0" err="1" smtClean="0"/>
              <a:t>махнет</a:t>
            </a:r>
            <a:r>
              <a:rPr lang="bg-BG" dirty="0" smtClean="0"/>
              <a:t> този слайд ако искате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 smtClean="0"/>
              <a:t>3 изображения</a:t>
            </a:r>
            <a:r>
              <a:rPr lang="en-US" dirty="0" smtClean="0"/>
              <a:t>/</a:t>
            </a:r>
            <a:r>
              <a:rPr lang="bg-BG" dirty="0" smtClean="0"/>
              <a:t>текста – примерен </a:t>
            </a:r>
            <a:r>
              <a:rPr lang="bg-BG" dirty="0" err="1" smtClean="0"/>
              <a:t>промпт</a:t>
            </a:r>
            <a:r>
              <a:rPr lang="en-US" dirty="0" smtClean="0"/>
              <a:t>, </a:t>
            </a:r>
            <a:r>
              <a:rPr lang="bg-BG" dirty="0" smtClean="0"/>
              <a:t>отговор към него</a:t>
            </a:r>
            <a:r>
              <a:rPr lang="en-US" dirty="0" smtClean="0"/>
              <a:t>,</a:t>
            </a:r>
            <a:r>
              <a:rPr lang="bg-BG" dirty="0" smtClean="0"/>
              <a:t> съответният </a:t>
            </a:r>
            <a:r>
              <a:rPr lang="en-US" dirty="0" smtClean="0"/>
              <a:t>chunk </a:t>
            </a:r>
            <a:r>
              <a:rPr lang="bg-BG" dirty="0" smtClean="0"/>
              <a:t>за този отговор</a:t>
            </a:r>
            <a:r>
              <a:rPr lang="en-US" dirty="0" smtClean="0"/>
              <a:t> 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818312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 smtClean="0"/>
              <a:t>Благодарим за вниманието!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111</TotalTime>
  <Words>508</Words>
  <Application>Microsoft Office PowerPoint</Application>
  <PresentationFormat>Widescreen</PresentationFormat>
  <Paragraphs>78</Paragraphs>
  <Slides>17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</vt:lpstr>
      <vt:lpstr>Извличане и генериране</vt:lpstr>
      <vt:lpstr>Използвани технологии // TODO – добавете разни работи</vt:lpstr>
      <vt:lpstr>Резултати</vt:lpstr>
      <vt:lpstr>Сравнение на подходи</vt:lpstr>
      <vt:lpstr>Недостатъци</vt:lpstr>
      <vt:lpstr>Подобрения // TODO – maybe change title</vt:lpstr>
      <vt:lpstr>Демонстрация – todo: може би не е нужно, махнет този слайд ако искате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User</cp:lastModifiedBy>
  <cp:revision>20</cp:revision>
  <dcterms:created xsi:type="dcterms:W3CDTF">2026-06-08T08:02:54Z</dcterms:created>
  <dcterms:modified xsi:type="dcterms:W3CDTF">2026-06-08T12:22:15Z</dcterms:modified>
</cp:coreProperties>
</file>